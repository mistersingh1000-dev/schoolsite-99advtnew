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304" r:id="rId3"/>
    <p:sldId id="398" r:id="rId4"/>
    <p:sldId id="383" r:id="rId5"/>
    <p:sldId id="394" r:id="rId6"/>
    <p:sldId id="393" r:id="rId7"/>
    <p:sldId id="311" r:id="rId8"/>
    <p:sldId id="318" r:id="rId9"/>
    <p:sldId id="336" r:id="rId10"/>
    <p:sldId id="408" r:id="rId11"/>
    <p:sldId id="405" r:id="rId12"/>
    <p:sldId id="395" r:id="rId13"/>
    <p:sldId id="407" r:id="rId14"/>
    <p:sldId id="396" r:id="rId15"/>
    <p:sldId id="313" r:id="rId16"/>
    <p:sldId id="316" r:id="rId17"/>
    <p:sldId id="321" r:id="rId18"/>
    <p:sldId id="327" r:id="rId19"/>
    <p:sldId id="339" r:id="rId20"/>
    <p:sldId id="344" r:id="rId21"/>
    <p:sldId id="348" r:id="rId22"/>
    <p:sldId id="353" r:id="rId23"/>
    <p:sldId id="357" r:id="rId24"/>
    <p:sldId id="361" r:id="rId25"/>
    <p:sldId id="367" r:id="rId26"/>
    <p:sldId id="372" r:id="rId27"/>
    <p:sldId id="397" r:id="rId28"/>
    <p:sldId id="402" r:id="rId29"/>
    <p:sldId id="399" r:id="rId30"/>
    <p:sldId id="400" r:id="rId31"/>
    <p:sldId id="385" r:id="rId32"/>
    <p:sldId id="401" r:id="rId33"/>
    <p:sldId id="386" r:id="rId34"/>
    <p:sldId id="390" r:id="rId35"/>
    <p:sldId id="387" r:id="rId36"/>
    <p:sldId id="388" r:id="rId37"/>
    <p:sldId id="389" r:id="rId38"/>
    <p:sldId id="391" r:id="rId39"/>
    <p:sldId id="403" r:id="rId40"/>
    <p:sldId id="404" r:id="rId41"/>
    <p:sldId id="384" r:id="rId42"/>
    <p:sldId id="382" r:id="rId43"/>
  </p:sldIdLst>
  <p:sldSz cx="12192000" cy="6858000"/>
  <p:notesSz cx="6954838" cy="93091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85" autoAdjust="0"/>
    <p:restoredTop sz="94660"/>
  </p:normalViewPr>
  <p:slideViewPr>
    <p:cSldViewPr snapToGrid="0">
      <p:cViewPr varScale="1">
        <p:scale>
          <a:sx n="74" d="100"/>
          <a:sy n="74" d="100"/>
        </p:scale>
        <p:origin x="60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slide" Target="slides/slide38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42" Type="http://schemas.openxmlformats.org/officeDocument/2006/relationships/slide" Target="slides/slide41.xml" /><Relationship Id="rId47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slide" Target="slides/slide37.xml" /><Relationship Id="rId46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41" Type="http://schemas.openxmlformats.org/officeDocument/2006/relationships/slide" Target="slides/slide40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slide" Target="slides/slide36.xml" /><Relationship Id="rId40" Type="http://schemas.openxmlformats.org/officeDocument/2006/relationships/slide" Target="slides/slide39.xml" /><Relationship Id="rId45" Type="http://schemas.openxmlformats.org/officeDocument/2006/relationships/viewProps" Target="viewProp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slide" Target="slides/slide35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4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Relationship Id="rId43" Type="http://schemas.openxmlformats.org/officeDocument/2006/relationships/slide" Target="slides/slide42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2"/>
            <a:ext cx="2356674" cy="6853285"/>
            <a:chOff x="6627813" y="195454"/>
            <a:chExt cx="1952625" cy="5678297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 /><Relationship Id="rId2" Type="http://schemas.openxmlformats.org/officeDocument/2006/relationships/image" Target="../media/image5.jpg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 /><Relationship Id="rId2" Type="http://schemas.openxmlformats.org/officeDocument/2006/relationships/image" Target="../media/image7.jpg" /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 /><Relationship Id="rId2" Type="http://schemas.openxmlformats.org/officeDocument/2006/relationships/image" Target="../media/image9.jpg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 /><Relationship Id="rId2" Type="http://schemas.openxmlformats.org/officeDocument/2006/relationships/image" Target="../media/image11.jpe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14.jpeg" /><Relationship Id="rId4" Type="http://schemas.openxmlformats.org/officeDocument/2006/relationships/image" Target="../media/image13.jpe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 /><Relationship Id="rId2" Type="http://schemas.openxmlformats.org/officeDocument/2006/relationships/image" Target="../media/image15.jpg" /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 /><Relationship Id="rId1" Type="http://schemas.openxmlformats.org/officeDocument/2006/relationships/slideLayout" Target="../slideLayouts/slideLayout7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 /><Relationship Id="rId2" Type="http://schemas.openxmlformats.org/officeDocument/2006/relationships/image" Target="../media/image18.jpg" /><Relationship Id="rId1" Type="http://schemas.openxmlformats.org/officeDocument/2006/relationships/slideLayout" Target="../slideLayouts/slideLayout7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 /><Relationship Id="rId2" Type="http://schemas.openxmlformats.org/officeDocument/2006/relationships/image" Target="../media/image20.jpg" /><Relationship Id="rId1" Type="http://schemas.openxmlformats.org/officeDocument/2006/relationships/slideLayout" Target="../slideLayouts/slideLayout7.xml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 /><Relationship Id="rId2" Type="http://schemas.openxmlformats.org/officeDocument/2006/relationships/image" Target="../media/image22.jp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24.jpeg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 /><Relationship Id="rId2" Type="http://schemas.openxmlformats.org/officeDocument/2006/relationships/image" Target="../media/image25.jpg" /><Relationship Id="rId1" Type="http://schemas.openxmlformats.org/officeDocument/2006/relationships/slideLayout" Target="../slideLayouts/slideLayout7.xml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 /><Relationship Id="rId2" Type="http://schemas.openxmlformats.org/officeDocument/2006/relationships/image" Target="../media/image27.jpg" /><Relationship Id="rId1" Type="http://schemas.openxmlformats.org/officeDocument/2006/relationships/slideLayout" Target="../slideLayouts/slideLayout7.xml" 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 /><Relationship Id="rId2" Type="http://schemas.openxmlformats.org/officeDocument/2006/relationships/image" Target="../media/image29.jp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1.jpg" 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 /><Relationship Id="rId2" Type="http://schemas.openxmlformats.org/officeDocument/2006/relationships/image" Target="../media/image32.jp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4.jpg" 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 /><Relationship Id="rId2" Type="http://schemas.openxmlformats.org/officeDocument/2006/relationships/image" Target="../media/image35.jp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38.jpg" /><Relationship Id="rId4" Type="http://schemas.openxmlformats.org/officeDocument/2006/relationships/image" Target="../media/image37.jpg" 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 /><Relationship Id="rId2" Type="http://schemas.openxmlformats.org/officeDocument/2006/relationships/image" Target="../media/image39.jp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41.jpg" 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 /><Relationship Id="rId2" Type="http://schemas.openxmlformats.org/officeDocument/2006/relationships/image" Target="../media/image42.jp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44.jpg" 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 /><Relationship Id="rId2" Type="http://schemas.openxmlformats.org/officeDocument/2006/relationships/image" Target="../media/image45.jp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47.jpg" 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 /><Relationship Id="rId2" Type="http://schemas.openxmlformats.org/officeDocument/2006/relationships/image" Target="../media/image48.jp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50.jpg" 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 /><Relationship Id="rId2" Type="http://schemas.openxmlformats.org/officeDocument/2006/relationships/image" Target="../media/image51.jp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54.jpg" /><Relationship Id="rId4" Type="http://schemas.openxmlformats.org/officeDocument/2006/relationships/image" Target="../media/image53.jpg" 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 /><Relationship Id="rId2" Type="http://schemas.openxmlformats.org/officeDocument/2006/relationships/image" Target="../media/image55.jp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58.jpg" /><Relationship Id="rId4" Type="http://schemas.openxmlformats.org/officeDocument/2006/relationships/image" Target="../media/image57.jpg" 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 /><Relationship Id="rId2" Type="http://schemas.openxmlformats.org/officeDocument/2006/relationships/image" Target="../media/image59.jpe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61.jpeg" 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 /><Relationship Id="rId2" Type="http://schemas.openxmlformats.org/officeDocument/2006/relationships/image" Target="../media/image62.jpeg" /><Relationship Id="rId1" Type="http://schemas.openxmlformats.org/officeDocument/2006/relationships/slideLayout" Target="../slideLayouts/slideLayout7.xml" 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g" /><Relationship Id="rId1" Type="http://schemas.openxmlformats.org/officeDocument/2006/relationships/slideLayout" Target="../slideLayouts/slideLayout7.xml" 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 /><Relationship Id="rId2" Type="http://schemas.openxmlformats.org/officeDocument/2006/relationships/image" Target="../media/image65.jpeg" /><Relationship Id="rId1" Type="http://schemas.openxmlformats.org/officeDocument/2006/relationships/slideLayout" Target="../slideLayouts/slideLayout7.xml" 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g" /><Relationship Id="rId2" Type="http://schemas.openxmlformats.org/officeDocument/2006/relationships/image" Target="../media/image67.jp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69.jpg" 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 /><Relationship Id="rId2" Type="http://schemas.openxmlformats.org/officeDocument/2006/relationships/image" Target="../media/image70.jpeg" /><Relationship Id="rId1" Type="http://schemas.openxmlformats.org/officeDocument/2006/relationships/slideLayout" Target="../slideLayouts/slideLayout7.xml" 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g" /><Relationship Id="rId2" Type="http://schemas.openxmlformats.org/officeDocument/2006/relationships/image" Target="../media/image72.jp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74.jpg" 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g" /><Relationship Id="rId2" Type="http://schemas.openxmlformats.org/officeDocument/2006/relationships/image" Target="../media/image75.jp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77.jpg" 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g" /><Relationship Id="rId2" Type="http://schemas.openxmlformats.org/officeDocument/2006/relationships/image" Target="../media/image78.jp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80.jpg" 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eg" /><Relationship Id="rId1" Type="http://schemas.openxmlformats.org/officeDocument/2006/relationships/slideLayout" Target="../slideLayouts/slideLayout7.xml" 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eg" /><Relationship Id="rId2" Type="http://schemas.openxmlformats.org/officeDocument/2006/relationships/image" Target="../media/image82.jpeg" /><Relationship Id="rId1" Type="http://schemas.openxmlformats.org/officeDocument/2006/relationships/slideLayout" Target="../slideLayouts/slideLayout7.xml" 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4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401312" y="430729"/>
            <a:ext cx="30608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latin typeface="Algerian" pitchFamily="82" charset="0"/>
              </a:rPr>
              <a:t>DEMS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45224" y="4177369"/>
            <a:ext cx="1016175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dirty="0">
                <a:latin typeface="Algerian" panose="04020705040A02060702" pitchFamily="82" charset="0"/>
              </a:rPr>
              <a:t>Review &amp; Budget Presentation </a:t>
            </a:r>
          </a:p>
          <a:p>
            <a:pPr algn="ctr"/>
            <a:r>
              <a:rPr lang="en-US" sz="4800" dirty="0">
                <a:latin typeface="Algerian" panose="04020705040A02060702" pitchFamily="82" charset="0"/>
              </a:rPr>
              <a:t>2021-2022</a:t>
            </a:r>
          </a:p>
        </p:txBody>
      </p:sp>
      <p:pic>
        <p:nvPicPr>
          <p:cNvPr id="6146" name="Picture 2" descr="C:\Users\Mohammed\Desktop\DEMS photos\log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725" y="1639888"/>
            <a:ext cx="2286000" cy="252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2902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2356" y="296214"/>
            <a:ext cx="8911687" cy="520505"/>
          </a:xfrm>
        </p:spPr>
        <p:txBody>
          <a:bodyPr>
            <a:noAutofit/>
          </a:bodyPr>
          <a:lstStyle/>
          <a:p>
            <a:pPr algn="ctr"/>
            <a:r>
              <a:rPr lang="en-US" b="1" dirty="0"/>
              <a:t>Proposed Budget for the year 2022-23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2538966"/>
              </p:ext>
            </p:extLst>
          </p:nvPr>
        </p:nvGraphicFramePr>
        <p:xfrm>
          <a:off x="1558345" y="1056068"/>
          <a:ext cx="9175698" cy="5040998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53499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135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Particular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Actual Amount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46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School Fees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7728000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26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Bus Fees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2500000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26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Total Income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en-US" sz="2000" b="1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10228000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85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Total Expenses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11152312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545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000" b="1" i="0" u="none" strike="noStrike" dirty="0">
                          <a:solidFill>
                            <a:srgbClr val="00B050"/>
                          </a:solidFill>
                          <a:effectLst/>
                          <a:latin typeface="Century Gothic" panose="020B0502020202020204" pitchFamily="34" charset="0"/>
                        </a:rPr>
                        <a:t>Loss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en-US" sz="2000" b="1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-924312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866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Arrears till 02/08/2022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5319412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866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Bank</a:t>
                      </a:r>
                      <a:r>
                        <a:rPr lang="en-US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Balance as on 02/08/2022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3443839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5619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9163" y="481219"/>
            <a:ext cx="3849257" cy="1280890"/>
          </a:xfrm>
        </p:spPr>
        <p:txBody>
          <a:bodyPr/>
          <a:lstStyle/>
          <a:p>
            <a:pPr algn="ctr"/>
            <a:r>
              <a:rPr lang="en-US" b="1" dirty="0"/>
              <a:t>Weekly Test </a:t>
            </a:r>
          </a:p>
        </p:txBody>
      </p:sp>
      <p:pic>
        <p:nvPicPr>
          <p:cNvPr id="5122" name="Picture 2" descr="C:\Users\Mohammed\Desktop\DEMS photos\IMG-20220801-WA008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5575" y="1121664"/>
            <a:ext cx="6036435" cy="542771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2910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099" y="430927"/>
            <a:ext cx="9590490" cy="65089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   </a:t>
            </a:r>
            <a:r>
              <a:rPr lang="en-US" sz="4000" b="1" dirty="0"/>
              <a:t>    Achievements &amp; Activities in 2021-22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2589212" y="1243584"/>
            <a:ext cx="8915400" cy="5195853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SSC 100% result 2021-22 batch</a:t>
            </a:r>
          </a:p>
          <a:p>
            <a:r>
              <a:rPr lang="en-US" sz="2800" dirty="0" err="1"/>
              <a:t>Maths</a:t>
            </a:r>
            <a:r>
              <a:rPr lang="en-US" sz="2800" dirty="0"/>
              <a:t> Game-a-thon Competition </a:t>
            </a:r>
          </a:p>
          <a:p>
            <a:r>
              <a:rPr lang="en-US" sz="2800" dirty="0"/>
              <a:t>Mental Math’s Competition</a:t>
            </a:r>
          </a:p>
          <a:p>
            <a:r>
              <a:rPr lang="en-US" sz="2800" dirty="0"/>
              <a:t>Olympiad Competition Distribution</a:t>
            </a:r>
          </a:p>
          <a:p>
            <a:r>
              <a:rPr lang="en-US" sz="2800" dirty="0"/>
              <a:t>Book Bee Award Distribution </a:t>
            </a:r>
          </a:p>
          <a:p>
            <a:r>
              <a:rPr lang="en-US" sz="2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Times New Roman" panose="02020603050405020304" pitchFamily="18" charset="0"/>
              </a:rPr>
              <a:t>Homi</a:t>
            </a: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Times New Roman" panose="02020603050405020304" pitchFamily="18" charset="0"/>
              </a:rPr>
              <a:t>Bhabha</a:t>
            </a: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Times New Roman" panose="02020603050405020304" pitchFamily="18" charset="0"/>
              </a:rPr>
              <a:t> Award Distribution</a:t>
            </a:r>
            <a:endParaRPr lang="en-US" sz="2800" dirty="0"/>
          </a:p>
          <a:p>
            <a:r>
              <a:rPr lang="en-US" sz="2800" dirty="0"/>
              <a:t>District Level Martial Art Competition</a:t>
            </a:r>
          </a:p>
          <a:p>
            <a:r>
              <a:rPr lang="en-US" sz="2800" dirty="0"/>
              <a:t>Daily morning sports </a:t>
            </a:r>
          </a:p>
          <a:p>
            <a:r>
              <a:rPr lang="en-US" sz="2800" dirty="0"/>
              <a:t>Table Recitation </a:t>
            </a:r>
          </a:p>
          <a:p>
            <a:r>
              <a:rPr lang="en-US" sz="2800" dirty="0"/>
              <a:t>Summer Camp</a:t>
            </a:r>
          </a:p>
          <a:p>
            <a:r>
              <a:rPr lang="en-US" sz="2800" dirty="0"/>
              <a:t>Poster Making </a:t>
            </a:r>
          </a:p>
          <a:p>
            <a:r>
              <a:rPr lang="en-US" sz="2800" dirty="0"/>
              <a:t>Story Telling Competition</a:t>
            </a:r>
          </a:p>
          <a:p>
            <a:r>
              <a:rPr lang="en-US" sz="2800" dirty="0"/>
              <a:t>Meditation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4454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8221" y="430927"/>
            <a:ext cx="9719278" cy="65089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       </a:t>
            </a:r>
            <a:r>
              <a:rPr lang="en-US" sz="4000" b="1" dirty="0"/>
              <a:t>Achievements &amp; Activities in 2021-22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2589212" y="1243584"/>
            <a:ext cx="8915400" cy="519585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Independence Day</a:t>
            </a:r>
          </a:p>
          <a:p>
            <a:r>
              <a:rPr lang="en-US" sz="2800" dirty="0"/>
              <a:t>Hindi Day Celebration</a:t>
            </a:r>
          </a:p>
          <a:p>
            <a:r>
              <a:rPr lang="en-US" sz="2800" dirty="0"/>
              <a:t>Teachers Day Celebration</a:t>
            </a:r>
          </a:p>
          <a:p>
            <a:r>
              <a:rPr lang="en-US" sz="2800" dirty="0" err="1"/>
              <a:t>Gopal</a:t>
            </a:r>
            <a:r>
              <a:rPr lang="en-US" sz="2800" dirty="0"/>
              <a:t> Kala Celebration</a:t>
            </a:r>
          </a:p>
          <a:p>
            <a:r>
              <a:rPr lang="en-US" sz="2800" dirty="0"/>
              <a:t>Science Exhibition</a:t>
            </a:r>
          </a:p>
          <a:p>
            <a:r>
              <a:rPr lang="en-US" sz="2800" dirty="0"/>
              <a:t>Tree Plantation </a:t>
            </a:r>
          </a:p>
          <a:p>
            <a:r>
              <a:rPr lang="en-US" sz="2800" dirty="0" err="1"/>
              <a:t>Ashadi</a:t>
            </a:r>
            <a:r>
              <a:rPr lang="en-US" sz="2800" dirty="0"/>
              <a:t> </a:t>
            </a:r>
            <a:r>
              <a:rPr lang="en-US" sz="2800" dirty="0" err="1"/>
              <a:t>Ekadashi</a:t>
            </a:r>
            <a:r>
              <a:rPr lang="en-US" sz="2800" dirty="0"/>
              <a:t> Celebration</a:t>
            </a:r>
          </a:p>
          <a:p>
            <a:r>
              <a:rPr lang="en-US" sz="2800" dirty="0"/>
              <a:t>Guru </a:t>
            </a:r>
            <a:r>
              <a:rPr lang="en-US" sz="2800" dirty="0" err="1"/>
              <a:t>Pornima</a:t>
            </a:r>
            <a:r>
              <a:rPr lang="en-US" sz="2800" dirty="0"/>
              <a:t> Celebration</a:t>
            </a:r>
          </a:p>
          <a:p>
            <a:r>
              <a:rPr lang="en-US" sz="2800" dirty="0"/>
              <a:t>Home Visits</a:t>
            </a:r>
          </a:p>
          <a:p>
            <a:r>
              <a:rPr lang="en-US" sz="2800" dirty="0">
                <a:ln w="0"/>
                <a:solidFill>
                  <a:schemeClr val="tx1"/>
                </a:solidFill>
                <a:cs typeface="Times New Roman" panose="02020603050405020304" pitchFamily="18" charset="0"/>
              </a:rPr>
              <a:t>Fine and Gross Skill Development </a:t>
            </a:r>
            <a:endParaRPr lang="en-US" sz="2800" dirty="0"/>
          </a:p>
          <a:p>
            <a:r>
              <a:rPr lang="en-US" sz="2800" dirty="0"/>
              <a:t>News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3210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65342" y="272218"/>
            <a:ext cx="432041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Times New Roman" panose="02020603050405020304" pitchFamily="18" charset="0"/>
              </a:rPr>
              <a:t>SSC Result 2021-22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435" y="1270569"/>
            <a:ext cx="9521952" cy="481304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699531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639" y="984547"/>
            <a:ext cx="8550081" cy="44165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Rectangle 2"/>
          <p:cNvSpPr/>
          <p:nvPr/>
        </p:nvSpPr>
        <p:spPr>
          <a:xfrm>
            <a:off x="728533" y="243556"/>
            <a:ext cx="1119730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/>
              <a:t>Maths</a:t>
            </a:r>
            <a:r>
              <a:rPr lang="en-US" sz="3600" b="1" dirty="0"/>
              <a:t> Game-a-thon Competition Certificate</a:t>
            </a:r>
          </a:p>
        </p:txBody>
      </p:sp>
    </p:spTree>
    <p:extLst>
      <p:ext uri="{BB962C8B-B14F-4D97-AF65-F5344CB8AC3E}">
        <p14:creationId xmlns:p14="http://schemas.microsoft.com/office/powerpoint/2010/main" val="2886987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357495" y="539792"/>
            <a:ext cx="564770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Times New Roman" panose="02020603050405020304" pitchFamily="18" charset="0"/>
              </a:rPr>
              <a:t>Mental </a:t>
            </a:r>
            <a:r>
              <a:rPr lang="en-US" sz="3600" b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Times New Roman" panose="02020603050405020304" pitchFamily="18" charset="0"/>
              </a:rPr>
              <a:t>Maths</a:t>
            </a:r>
            <a:r>
              <a:rPr lang="en-US" sz="3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Times New Roman" panose="02020603050405020304" pitchFamily="18" charset="0"/>
              </a:rPr>
              <a:t> Certificate</a:t>
            </a:r>
            <a:endParaRPr lang="en-US" sz="36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8473" y="1685266"/>
            <a:ext cx="4522872" cy="349494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8022" y="1685266"/>
            <a:ext cx="4717946" cy="364568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284884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530539" y="381260"/>
            <a:ext cx="7430239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Times New Roman" panose="02020603050405020304" pitchFamily="18" charset="0"/>
              </a:rPr>
              <a:t>Olympiad Certificate Distribution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255" y="1309116"/>
            <a:ext cx="7414450" cy="259816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5872" y="3880292"/>
            <a:ext cx="5132833" cy="272416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9497565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521" y="1017430"/>
            <a:ext cx="5486401" cy="506139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8377" y="1017430"/>
            <a:ext cx="5125792" cy="506139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91002" y="217799"/>
            <a:ext cx="833273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Times New Roman" panose="02020603050405020304" pitchFamily="18" charset="0"/>
              </a:rPr>
              <a:t>Book Bee Award Distribution 2021-22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75566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196290" y="371260"/>
            <a:ext cx="736772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Times New Roman" panose="02020603050405020304" pitchFamily="18" charset="0"/>
              </a:rPr>
              <a:t>Homi</a:t>
            </a:r>
            <a:r>
              <a:rPr lang="en-US" sz="3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Times New Roman" panose="02020603050405020304" pitchFamily="18" charset="0"/>
              </a:rPr>
              <a:t>Bhabha</a:t>
            </a:r>
            <a:r>
              <a:rPr lang="en-US" sz="3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6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Times New Roman" panose="02020603050405020304" pitchFamily="18" charset="0"/>
              </a:rPr>
              <a:t>Award Distribution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490" b="22076"/>
          <a:stretch/>
        </p:blipFill>
        <p:spPr>
          <a:xfrm>
            <a:off x="1537631" y="1139734"/>
            <a:ext cx="2569543" cy="331321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71" b="15113"/>
          <a:stretch/>
        </p:blipFill>
        <p:spPr>
          <a:xfrm>
            <a:off x="4586772" y="1017591"/>
            <a:ext cx="2586760" cy="353079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36" b="27050"/>
          <a:stretch/>
        </p:blipFill>
        <p:spPr>
          <a:xfrm>
            <a:off x="7653130" y="1139734"/>
            <a:ext cx="2843152" cy="331321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5176" y="4539332"/>
            <a:ext cx="4805985" cy="22152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5843710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596980" y="226883"/>
            <a:ext cx="8754028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Times New Roman" panose="02020603050405020304" pitchFamily="18" charset="0"/>
              </a:rPr>
              <a:t>District Level Martial Art</a:t>
            </a:r>
          </a:p>
          <a:p>
            <a:pPr algn="ctr"/>
            <a:r>
              <a:rPr lang="en-US" sz="3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Times New Roman" panose="02020603050405020304" pitchFamily="18" charset="0"/>
              </a:rPr>
              <a:t>Championship 2022 </a:t>
            </a:r>
            <a:endParaRPr lang="en-US" sz="36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928" y="1831848"/>
            <a:ext cx="4572000" cy="3429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974" b="18831"/>
          <a:stretch/>
        </p:blipFill>
        <p:spPr>
          <a:xfrm>
            <a:off x="6181352" y="1831848"/>
            <a:ext cx="4169656" cy="3429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8414048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43839" y="-104176"/>
            <a:ext cx="471795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Times New Roman" panose="02020603050405020304" pitchFamily="18" charset="0"/>
              </a:rPr>
              <a:t>Daily Morning Sports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3948" y="542155"/>
            <a:ext cx="9504609" cy="6117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3090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091435" y="241653"/>
            <a:ext cx="375455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Times New Roman" panose="02020603050405020304" pitchFamily="18" charset="0"/>
              </a:rPr>
              <a:t>Table Recitation</a:t>
            </a:r>
            <a:endParaRPr lang="en-US" sz="36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6537" y="1201438"/>
            <a:ext cx="4100203" cy="530961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6544" y="1162591"/>
            <a:ext cx="3789391" cy="533599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1857905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109872" y="282349"/>
            <a:ext cx="354776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Times New Roman" panose="02020603050405020304" pitchFamily="18" charset="0"/>
              </a:rPr>
              <a:t>Summer Camp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3651" y="1164862"/>
            <a:ext cx="3567448" cy="555345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1" y="1164862"/>
            <a:ext cx="3926954" cy="52359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969400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403100" y="297289"/>
            <a:ext cx="333136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Times New Roman" panose="02020603050405020304" pitchFamily="18" charset="0"/>
              </a:rPr>
              <a:t>Poster Making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17" y="1205046"/>
            <a:ext cx="5486400" cy="44672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1255" y="3532030"/>
            <a:ext cx="4159877" cy="311990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53" b="38216"/>
          <a:stretch/>
        </p:blipFill>
        <p:spPr>
          <a:xfrm>
            <a:off x="6671255" y="180304"/>
            <a:ext cx="4155799" cy="287198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066827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362758" y="247834"/>
            <a:ext cx="569418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Times New Roman" panose="02020603050405020304" pitchFamily="18" charset="0"/>
              </a:rPr>
              <a:t>Story Telling Competition</a:t>
            </a:r>
            <a:endParaRPr lang="en-US" sz="36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1187" y="1186004"/>
            <a:ext cx="3835878" cy="473930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098" name="Picture 2" descr="C:\Users\Mohammed\Desktop\DEMS photos\IMG-20220801-WA0069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" t="16259" r="22" b="11070"/>
          <a:stretch/>
        </p:blipFill>
        <p:spPr bwMode="auto">
          <a:xfrm>
            <a:off x="5890074" y="1741118"/>
            <a:ext cx="5655463" cy="340708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52320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53290" y="241652"/>
            <a:ext cx="257314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Times New Roman" panose="02020603050405020304" pitchFamily="18" charset="0"/>
              </a:rPr>
              <a:t>Meditation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792" y="1384318"/>
            <a:ext cx="4636008" cy="458976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9490" y="1384318"/>
            <a:ext cx="3351661" cy="458976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305560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929415" y="441405"/>
            <a:ext cx="456086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Times New Roman" panose="02020603050405020304" pitchFamily="18" charset="0"/>
              </a:rPr>
              <a:t>Independence Day</a:t>
            </a:r>
            <a:endParaRPr lang="en-US" sz="36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584" y="1435608"/>
            <a:ext cx="4169664" cy="45872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7780" y="1435608"/>
            <a:ext cx="3053381" cy="45872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7350" y="1435608"/>
            <a:ext cx="2580323" cy="458723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515569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550790" y="280976"/>
            <a:ext cx="5096267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Times New Roman" panose="02020603050405020304" pitchFamily="18" charset="0"/>
              </a:rPr>
              <a:t>Hindi Day Celebration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039" y="1670304"/>
            <a:ext cx="4255912" cy="353568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11"/>
          <a:stretch/>
        </p:blipFill>
        <p:spPr>
          <a:xfrm>
            <a:off x="5335557" y="1189246"/>
            <a:ext cx="2651572" cy="509625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4284" y="1326669"/>
            <a:ext cx="2712043" cy="482141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3300115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834478" y="207558"/>
            <a:ext cx="61205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Times New Roman" panose="02020603050405020304" pitchFamily="18" charset="0"/>
              </a:rPr>
              <a:t>Teacher’s Day Celebration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6562" y="1189247"/>
            <a:ext cx="4274094" cy="270000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2992" y="1189246"/>
            <a:ext cx="4169664" cy="287069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446" y="4206240"/>
            <a:ext cx="4042325" cy="248107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8336" y="4084320"/>
            <a:ext cx="3986784" cy="254508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8688167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060728" y="266036"/>
            <a:ext cx="5472972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Times New Roman" panose="02020603050405020304" pitchFamily="18" charset="0"/>
              </a:rPr>
              <a:t>Gopal</a:t>
            </a:r>
            <a:r>
              <a:rPr lang="en-US" sz="3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Times New Roman" panose="02020603050405020304" pitchFamily="18" charset="0"/>
              </a:rPr>
              <a:t>kala</a:t>
            </a:r>
            <a:r>
              <a:rPr lang="en-US" sz="3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Times New Roman" panose="02020603050405020304" pitchFamily="18" charset="0"/>
              </a:rPr>
              <a:t> Celebration</a:t>
            </a:r>
            <a:endParaRPr lang="en-US" sz="36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784" y="1316736"/>
            <a:ext cx="2911221" cy="517550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37" r="12996"/>
          <a:stretch/>
        </p:blipFill>
        <p:spPr>
          <a:xfrm>
            <a:off x="5085434" y="1316736"/>
            <a:ext cx="2999232" cy="517550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26" t="11816" r="10179" b="7022"/>
          <a:stretch/>
        </p:blipFill>
        <p:spPr>
          <a:xfrm>
            <a:off x="8310917" y="1225822"/>
            <a:ext cx="2917915" cy="526641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1951144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913705" y="330259"/>
            <a:ext cx="424507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Times New Roman" panose="02020603050405020304" pitchFamily="18" charset="0"/>
              </a:rPr>
              <a:t>Science Exhibition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22" b="28178"/>
          <a:stretch/>
        </p:blipFill>
        <p:spPr>
          <a:xfrm>
            <a:off x="2279561" y="1184856"/>
            <a:ext cx="3676995" cy="487152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62" r="20339"/>
          <a:stretch/>
        </p:blipFill>
        <p:spPr>
          <a:xfrm>
            <a:off x="6944007" y="176221"/>
            <a:ext cx="4255006" cy="268889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77" t="5667" r="17015"/>
          <a:stretch/>
        </p:blipFill>
        <p:spPr>
          <a:xfrm>
            <a:off x="6827520" y="3108960"/>
            <a:ext cx="4632387" cy="294741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1348828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217749" y="564131"/>
            <a:ext cx="345960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Times New Roman" panose="02020603050405020304" pitchFamily="18" charset="0"/>
              </a:rPr>
              <a:t>Tree Plantation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586" y="1995243"/>
            <a:ext cx="3639573" cy="272968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8434" y="2018302"/>
            <a:ext cx="3864860" cy="270662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8862" y="2018302"/>
            <a:ext cx="3639572" cy="272967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894105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386682" y="295866"/>
            <a:ext cx="663835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Times New Roman" panose="02020603050405020304" pitchFamily="18" charset="0"/>
              </a:rPr>
              <a:t>Ashadi</a:t>
            </a:r>
            <a:r>
              <a:rPr lang="en-US" sz="36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600" b="1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Times New Roman" panose="02020603050405020304" pitchFamily="18" charset="0"/>
              </a:rPr>
              <a:t>Ekadashi</a:t>
            </a:r>
            <a:r>
              <a:rPr lang="en-US" sz="36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Times New Roman" panose="02020603050405020304" pitchFamily="18" charset="0"/>
              </a:rPr>
              <a:t> Celebration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1339" y="1409192"/>
            <a:ext cx="3217925" cy="477049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5861" y="1177054"/>
            <a:ext cx="4389115" cy="237742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0" t="17164" r="12956" b="14666"/>
          <a:stretch/>
        </p:blipFill>
        <p:spPr>
          <a:xfrm>
            <a:off x="5705860" y="3842135"/>
            <a:ext cx="4279387" cy="23375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5107932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074822" y="213229"/>
            <a:ext cx="600036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Times New Roman" panose="02020603050405020304" pitchFamily="18" charset="0"/>
              </a:rPr>
              <a:t>Guru </a:t>
            </a:r>
            <a:r>
              <a:rPr lang="en-US" sz="3600" b="1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Times New Roman" panose="02020603050405020304" pitchFamily="18" charset="0"/>
              </a:rPr>
              <a:t>Pornima</a:t>
            </a:r>
            <a:r>
              <a:rPr lang="en-US" sz="36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Times New Roman" panose="02020603050405020304" pitchFamily="18" charset="0"/>
              </a:rPr>
              <a:t> Celebration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936" y="1121764"/>
            <a:ext cx="3279648" cy="245973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334"/>
          <a:stretch/>
        </p:blipFill>
        <p:spPr>
          <a:xfrm>
            <a:off x="6075003" y="1243685"/>
            <a:ext cx="3396258" cy="245973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90" t="18133" r="21466" b="20178"/>
          <a:stretch/>
        </p:blipFill>
        <p:spPr>
          <a:xfrm>
            <a:off x="2535937" y="3703420"/>
            <a:ext cx="3279648" cy="299200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23" b="9332"/>
          <a:stretch/>
        </p:blipFill>
        <p:spPr>
          <a:xfrm>
            <a:off x="6075003" y="3697438"/>
            <a:ext cx="3396258" cy="295573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5108267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369699" y="256592"/>
            <a:ext cx="2743059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Times New Roman" panose="02020603050405020304" pitchFamily="18" charset="0"/>
              </a:rPr>
              <a:t>Home Visits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643" y="1478279"/>
            <a:ext cx="2595753" cy="461467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2144" y="749363"/>
            <a:ext cx="4311904" cy="242544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2463" y="3368039"/>
            <a:ext cx="4291585" cy="30449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5251" y="1478279"/>
            <a:ext cx="3219996" cy="450799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1484424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272506" y="232967"/>
            <a:ext cx="7728399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Times New Roman" panose="02020603050405020304" pitchFamily="18" charset="0"/>
              </a:rPr>
              <a:t>Fine and Gross Skill Development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6895" y="1080735"/>
            <a:ext cx="5076073" cy="306542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833" y="4347592"/>
            <a:ext cx="4950895" cy="228502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5723" y="999484"/>
            <a:ext cx="4195561" cy="314667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4961302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551434" y="333865"/>
            <a:ext cx="1529586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Times New Roman" panose="02020603050405020304" pitchFamily="18" charset="0"/>
              </a:rPr>
              <a:t>News</a:t>
            </a:r>
            <a:endParaRPr lang="en-US" sz="48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7170" name="Picture 2" descr="C:\Users\Mohammed\Desktop\DEMS photos\media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0240" y="749363"/>
            <a:ext cx="5867820" cy="586782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1" name="Picture 3" descr="C:\Users\Mohammed\Desktop\DEMS photos\times squar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1690" y="1164862"/>
            <a:ext cx="2789072" cy="551779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55850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39742" y="2310542"/>
            <a:ext cx="4062331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Times New Roman" panose="02020603050405020304" pitchFamily="18" charset="0"/>
              </a:rPr>
              <a:t>Parenting </a:t>
            </a:r>
          </a:p>
          <a:p>
            <a:pPr algn="ctr"/>
            <a:r>
              <a:rPr lang="en-US" sz="3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Times New Roman" panose="02020603050405020304" pitchFamily="18" charset="0"/>
              </a:rPr>
              <a:t>During Lockdown</a:t>
            </a:r>
            <a:endParaRPr lang="en-US" sz="36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45024" y="164147"/>
            <a:ext cx="6453036" cy="645303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43589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92647" y="248519"/>
            <a:ext cx="405752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Times New Roman" panose="02020603050405020304" pitchFamily="18" charset="0"/>
              </a:rPr>
              <a:t>Activities 2022-23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2589212" y="1243584"/>
            <a:ext cx="8915400" cy="5195853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Science Activity (My Family Tree)</a:t>
            </a:r>
          </a:p>
          <a:p>
            <a:r>
              <a:rPr lang="en-US" sz="2800" dirty="0"/>
              <a:t>SS Activity (States and Capitals)</a:t>
            </a:r>
          </a:p>
          <a:p>
            <a:r>
              <a:rPr lang="en-US" sz="2800" dirty="0" err="1"/>
              <a:t>Maths</a:t>
            </a:r>
            <a:r>
              <a:rPr lang="en-US" sz="2800" dirty="0"/>
              <a:t> Activity</a:t>
            </a:r>
          </a:p>
          <a:p>
            <a:r>
              <a:rPr lang="en-US" sz="2800" dirty="0"/>
              <a:t>Hindi and Marathi Activity</a:t>
            </a:r>
          </a:p>
          <a:p>
            <a:r>
              <a:rPr lang="en-US" sz="2800" dirty="0"/>
              <a:t>Painting Activity (Ganesh Festival)</a:t>
            </a:r>
          </a:p>
          <a:p>
            <a:r>
              <a:rPr lang="en-US" sz="2800" dirty="0"/>
              <a:t>Rainy Season Activity</a:t>
            </a:r>
          </a:p>
          <a:p>
            <a:r>
              <a:rPr lang="en-US" sz="2800" dirty="0"/>
              <a:t>English Activity: Learning Alphabet and Vowels through Phonics</a:t>
            </a:r>
          </a:p>
          <a:p>
            <a:pPr marL="0" indent="0">
              <a:buNone/>
            </a:pPr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7524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63658" y="412587"/>
            <a:ext cx="6442789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Times New Roman" panose="02020603050405020304" pitchFamily="18" charset="0"/>
              </a:rPr>
              <a:t>Assembly Schedule 2022-23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1863658" y="1243583"/>
            <a:ext cx="4459869" cy="5440552"/>
          </a:xfrm>
          <a:prstGeom prst="rect">
            <a:avLst/>
          </a:prstGeom>
        </p:spPr>
        <p:txBody>
          <a:bodyPr>
            <a:normAutofit fontScale="55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/>
              <a:t>Monday</a:t>
            </a:r>
            <a:r>
              <a:rPr lang="en-US" sz="2800" dirty="0"/>
              <a:t>    </a:t>
            </a:r>
          </a:p>
          <a:p>
            <a:r>
              <a:rPr lang="en-US" sz="2800" dirty="0" err="1"/>
              <a:t>i</a:t>
            </a:r>
            <a:r>
              <a:rPr lang="en-US" sz="2800" dirty="0"/>
              <a:t>) </a:t>
            </a:r>
            <a:r>
              <a:rPr lang="en-US" sz="2800" dirty="0" err="1"/>
              <a:t>Shloka</a:t>
            </a:r>
            <a:r>
              <a:rPr lang="en-US" sz="2800" dirty="0"/>
              <a:t> recitation </a:t>
            </a:r>
          </a:p>
          <a:p>
            <a:r>
              <a:rPr lang="en-US" sz="2800" dirty="0"/>
              <a:t>ii) English news reading (National, International &amp; Sports)     </a:t>
            </a:r>
          </a:p>
          <a:p>
            <a:r>
              <a:rPr lang="en-US" sz="2800" dirty="0"/>
              <a:t>iii) Birthday celebration   </a:t>
            </a:r>
          </a:p>
          <a:p>
            <a:r>
              <a:rPr lang="en-US" sz="2800" dirty="0"/>
              <a:t> iv) Meditation.</a:t>
            </a:r>
          </a:p>
          <a:p>
            <a:r>
              <a:rPr lang="en-US" sz="2800" b="1" dirty="0"/>
              <a:t> Tuesday </a:t>
            </a:r>
          </a:p>
          <a:p>
            <a:r>
              <a:rPr lang="en-US" sz="2800" dirty="0" err="1"/>
              <a:t>i</a:t>
            </a:r>
            <a:r>
              <a:rPr lang="en-US" sz="2800" dirty="0"/>
              <a:t>) </a:t>
            </a:r>
            <a:r>
              <a:rPr lang="en-US" sz="2800" dirty="0" err="1"/>
              <a:t>Saraswati</a:t>
            </a:r>
            <a:r>
              <a:rPr lang="en-US" sz="2800" dirty="0"/>
              <a:t> </a:t>
            </a:r>
            <a:r>
              <a:rPr lang="en-US" sz="2800" dirty="0" err="1"/>
              <a:t>Vandana</a:t>
            </a:r>
            <a:r>
              <a:rPr lang="en-US" sz="2800" dirty="0"/>
              <a:t> </a:t>
            </a:r>
          </a:p>
          <a:p>
            <a:r>
              <a:rPr lang="en-US" sz="2800" dirty="0"/>
              <a:t>ii) Sanskrit </a:t>
            </a:r>
            <a:r>
              <a:rPr lang="en-US" sz="2800" dirty="0" err="1"/>
              <a:t>Shloka</a:t>
            </a:r>
            <a:r>
              <a:rPr lang="en-US" sz="2800" dirty="0"/>
              <a:t>  recitation</a:t>
            </a:r>
          </a:p>
          <a:p>
            <a:r>
              <a:rPr lang="en-US" sz="2800" dirty="0"/>
              <a:t>iii) Student's sharing</a:t>
            </a:r>
          </a:p>
          <a:p>
            <a:r>
              <a:rPr lang="en-US" sz="2800" dirty="0"/>
              <a:t>iv) Birthday celebration                  </a:t>
            </a:r>
          </a:p>
          <a:p>
            <a:r>
              <a:rPr lang="en-US" sz="2800" dirty="0"/>
              <a:t>v) Meditation.</a:t>
            </a:r>
          </a:p>
          <a:p>
            <a:r>
              <a:rPr lang="en-US" sz="2800" b="1" dirty="0"/>
              <a:t> Wednesday   </a:t>
            </a:r>
          </a:p>
          <a:p>
            <a:r>
              <a:rPr lang="en-US" sz="2800" dirty="0"/>
              <a:t> </a:t>
            </a:r>
            <a:r>
              <a:rPr lang="en-US" sz="2800" dirty="0" err="1"/>
              <a:t>i</a:t>
            </a:r>
            <a:r>
              <a:rPr lang="en-US" sz="2800" dirty="0"/>
              <a:t>) National anthem</a:t>
            </a:r>
          </a:p>
          <a:p>
            <a:r>
              <a:rPr lang="en-US" sz="2800" dirty="0"/>
              <a:t> ii) Pledge / Preamble</a:t>
            </a:r>
          </a:p>
          <a:p>
            <a:r>
              <a:rPr lang="en-US" sz="2800" dirty="0"/>
              <a:t> iii) Teacher's sharing</a:t>
            </a:r>
          </a:p>
          <a:p>
            <a:r>
              <a:rPr lang="en-US" sz="2800" dirty="0"/>
              <a:t> iv) Birthday celebration </a:t>
            </a:r>
          </a:p>
          <a:p>
            <a:r>
              <a:rPr lang="en-US" sz="2800" dirty="0"/>
              <a:t> v)</a:t>
            </a:r>
            <a:r>
              <a:rPr lang="en-US" dirty="0"/>
              <a:t> </a:t>
            </a:r>
            <a:r>
              <a:rPr lang="en-US" sz="2700" dirty="0"/>
              <a:t>Meditation</a:t>
            </a:r>
            <a:r>
              <a:rPr lang="en-US" dirty="0"/>
              <a:t>.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965882" y="1243583"/>
            <a:ext cx="4496315" cy="5440552"/>
          </a:xfrm>
          <a:prstGeom prst="rect">
            <a:avLst/>
          </a:prstGeom>
        </p:spPr>
        <p:txBody>
          <a:bodyPr>
            <a:normAutofit fontScale="55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 </a:t>
            </a:r>
            <a:r>
              <a:rPr lang="en-US" sz="2800" b="1" dirty="0"/>
              <a:t>Thursday</a:t>
            </a:r>
          </a:p>
          <a:p>
            <a:r>
              <a:rPr lang="en-US" sz="2800" dirty="0"/>
              <a:t> </a:t>
            </a:r>
            <a:r>
              <a:rPr lang="en-US" sz="2800" dirty="0" err="1"/>
              <a:t>i</a:t>
            </a:r>
            <a:r>
              <a:rPr lang="en-US" sz="2800" dirty="0"/>
              <a:t>) Prayer (English) </a:t>
            </a:r>
          </a:p>
          <a:p>
            <a:r>
              <a:rPr lang="en-US" sz="2800" dirty="0"/>
              <a:t>ii) Birthday celebration </a:t>
            </a:r>
          </a:p>
          <a:p>
            <a:r>
              <a:rPr lang="en-US" sz="2800" dirty="0"/>
              <a:t>iii) </a:t>
            </a:r>
            <a:r>
              <a:rPr lang="en-US" sz="2800" dirty="0" err="1"/>
              <a:t>Sahajyoga</a:t>
            </a:r>
            <a:r>
              <a:rPr lang="en-US" sz="2800" dirty="0"/>
              <a:t> / </a:t>
            </a:r>
            <a:r>
              <a:rPr lang="en-US" sz="2800" dirty="0" err="1"/>
              <a:t>Pranayam</a:t>
            </a:r>
            <a:endParaRPr lang="en-US" sz="2800" dirty="0"/>
          </a:p>
          <a:p>
            <a:r>
              <a:rPr lang="en-US" sz="2800" dirty="0"/>
              <a:t>iv)Skit / dialogue presentation</a:t>
            </a:r>
          </a:p>
          <a:p>
            <a:r>
              <a:rPr lang="en-US" sz="2800" dirty="0"/>
              <a:t> </a:t>
            </a:r>
            <a:r>
              <a:rPr lang="en-US" sz="2800" b="1" dirty="0"/>
              <a:t>Friday </a:t>
            </a:r>
          </a:p>
          <a:p>
            <a:r>
              <a:rPr lang="en-US" sz="2800" dirty="0" err="1"/>
              <a:t>i</a:t>
            </a:r>
            <a:r>
              <a:rPr lang="en-US" sz="2800" dirty="0"/>
              <a:t>) Prayer (Marathi) </a:t>
            </a:r>
          </a:p>
          <a:p>
            <a:r>
              <a:rPr lang="en-US" sz="2800" dirty="0"/>
              <a:t>ii) Student's instrumental / Vocal performance</a:t>
            </a:r>
          </a:p>
          <a:p>
            <a:r>
              <a:rPr lang="en-US" sz="2800" dirty="0"/>
              <a:t>iii) Birthday celebration </a:t>
            </a:r>
          </a:p>
          <a:p>
            <a:r>
              <a:rPr lang="en-US" sz="2800" dirty="0"/>
              <a:t> iv) Meditation</a:t>
            </a:r>
          </a:p>
          <a:p>
            <a:r>
              <a:rPr lang="en-US" sz="2800" dirty="0"/>
              <a:t> </a:t>
            </a:r>
            <a:r>
              <a:rPr lang="en-US" sz="2800" b="1" dirty="0"/>
              <a:t>Saturday</a:t>
            </a:r>
          </a:p>
          <a:p>
            <a:r>
              <a:rPr lang="en-US" sz="2800" dirty="0"/>
              <a:t> </a:t>
            </a:r>
            <a:r>
              <a:rPr lang="en-US" sz="2800" dirty="0" err="1"/>
              <a:t>i</a:t>
            </a:r>
            <a:r>
              <a:rPr lang="en-US" sz="2800" dirty="0"/>
              <a:t>) Prayer (Hindi)</a:t>
            </a:r>
          </a:p>
          <a:p>
            <a:r>
              <a:rPr lang="en-US" sz="2800" dirty="0"/>
              <a:t>ii) G.K. quiz</a:t>
            </a:r>
          </a:p>
          <a:p>
            <a:r>
              <a:rPr lang="en-US" sz="2800" dirty="0"/>
              <a:t>iii) Prize distribution</a:t>
            </a:r>
          </a:p>
          <a:p>
            <a:r>
              <a:rPr lang="en-US" sz="2800" dirty="0"/>
              <a:t>iv) Birthday celebration  </a:t>
            </a:r>
          </a:p>
          <a:p>
            <a:r>
              <a:rPr lang="en-US" sz="2800" dirty="0"/>
              <a:t>v) Hon. Principal's address</a:t>
            </a:r>
          </a:p>
          <a:p>
            <a:r>
              <a:rPr lang="en-US" sz="2800" dirty="0"/>
              <a:t>vi) Meditation.</a:t>
            </a:r>
          </a:p>
        </p:txBody>
      </p:sp>
    </p:spTree>
    <p:extLst>
      <p:ext uri="{BB962C8B-B14F-4D97-AF65-F5344CB8AC3E}">
        <p14:creationId xmlns:p14="http://schemas.microsoft.com/office/powerpoint/2010/main" val="11646372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27186" y="526780"/>
            <a:ext cx="758412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/>
              <a:t>Science Activity (My Family Tree)</a:t>
            </a:r>
          </a:p>
        </p:txBody>
      </p:sp>
      <p:pic>
        <p:nvPicPr>
          <p:cNvPr id="1030" name="Picture 6" descr="C:\Users\Mohammed\Desktop\DEMS photos\2022-23\my family tree\IMG-20220801-WA000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8481" y="1490471"/>
            <a:ext cx="9339791" cy="441045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C:\Users\Mohammed\Desktop\DEMS photos\2022-23\my family tree\IMG-20220801-WA0004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8481" y="1490471"/>
            <a:ext cx="9339791" cy="441045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74092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21783" y="462386"/>
            <a:ext cx="46599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Science Activity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4020" y="1781633"/>
            <a:ext cx="3948074" cy="296105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84436" y="1819693"/>
            <a:ext cx="3897327" cy="292299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30062" y="1800664"/>
            <a:ext cx="3922700" cy="294202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13796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53608" y="501486"/>
            <a:ext cx="723467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/>
              <a:t>SS Activity (States and Capitals)</a:t>
            </a:r>
          </a:p>
        </p:txBody>
      </p:sp>
      <p:pic>
        <p:nvPicPr>
          <p:cNvPr id="2052" name="Picture 4" descr="C:\Users\Mohammed\Desktop\DEMS photos\2022-23\states Activity\IMG-20220801-WA0007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272" y="1709928"/>
            <a:ext cx="5518673" cy="304495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C:\Users\Mohammed\Desktop\DEMS photos\2022-23\states Activity\IMG-20220801-WA0008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5936" y="1709928"/>
            <a:ext cx="5518673" cy="304495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53567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96433" y="385113"/>
            <a:ext cx="411511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/>
              <a:t>Maths</a:t>
            </a:r>
            <a:r>
              <a:rPr lang="en-US" sz="3600" b="1" dirty="0"/>
              <a:t> Activity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7588" y="1453895"/>
            <a:ext cx="3673546" cy="489806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38005" y="1491955"/>
            <a:ext cx="3673546" cy="489806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518453" y="1604689"/>
            <a:ext cx="3673545" cy="489806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62109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44622" y="307838"/>
            <a:ext cx="655317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Hindi and Marathi Activity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4020" y="1322440"/>
            <a:ext cx="3673546" cy="367354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84437" y="1360500"/>
            <a:ext cx="3673546" cy="367354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30062" y="1360500"/>
            <a:ext cx="3673545" cy="363548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98766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22738" y="333597"/>
            <a:ext cx="965486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Painting Activity (Ganesh Festival)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640"/>
          <a:stretch/>
        </p:blipFill>
        <p:spPr bwMode="auto">
          <a:xfrm>
            <a:off x="1765626" y="1283245"/>
            <a:ext cx="2733222" cy="523947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207"/>
          <a:stretch/>
        </p:blipFill>
        <p:spPr bwMode="auto">
          <a:xfrm>
            <a:off x="4974794" y="1283245"/>
            <a:ext cx="3023270" cy="497125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06"/>
          <a:stretch/>
        </p:blipFill>
        <p:spPr bwMode="auto">
          <a:xfrm>
            <a:off x="8400657" y="1283245"/>
            <a:ext cx="2876943" cy="504901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03729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14597" y="307838"/>
            <a:ext cx="52395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Rainy Season Activity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12601" y="1268164"/>
            <a:ext cx="7043522" cy="528264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73789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5617" y="346475"/>
            <a:ext cx="968491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English Activity: Learning  Alphabet and Vowels through Phonics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86079" y="1790162"/>
            <a:ext cx="5401105" cy="405082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86947" y="1790161"/>
            <a:ext cx="4401579" cy="405082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86230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099" y="430927"/>
            <a:ext cx="8911687" cy="650898"/>
          </a:xfrm>
        </p:spPr>
        <p:txBody>
          <a:bodyPr/>
          <a:lstStyle/>
          <a:p>
            <a:pPr algn="ctr"/>
            <a:r>
              <a:rPr lang="en-US" b="1" dirty="0"/>
              <a:t>       Proposed Goals of 2022-23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243584"/>
            <a:ext cx="8915400" cy="5195853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/>
              <a:t>Sports Enhancement – Daily Sports zero period.</a:t>
            </a:r>
          </a:p>
          <a:p>
            <a:r>
              <a:rPr lang="en-US" sz="2800" dirty="0"/>
              <a:t>English Enhancement.</a:t>
            </a:r>
          </a:p>
          <a:p>
            <a:r>
              <a:rPr lang="en-US" sz="2800" dirty="0"/>
              <a:t>Math’s Enhancement.</a:t>
            </a:r>
          </a:p>
          <a:p>
            <a:r>
              <a:rPr lang="en-US" sz="2800" dirty="0"/>
              <a:t>Nature Club.</a:t>
            </a:r>
          </a:p>
          <a:p>
            <a:r>
              <a:rPr lang="en-US" sz="2800" dirty="0"/>
              <a:t>Computer Science and Robotics.</a:t>
            </a:r>
          </a:p>
          <a:p>
            <a:r>
              <a:rPr lang="en-US" sz="2800" dirty="0"/>
              <a:t>Atal Tinkering lab setup and participation of non-DEMS students .</a:t>
            </a:r>
          </a:p>
          <a:p>
            <a:r>
              <a:rPr lang="en-US" sz="2800" dirty="0"/>
              <a:t>Increasing admissions.</a:t>
            </a:r>
          </a:p>
          <a:p>
            <a:r>
              <a:rPr lang="en-US" sz="2800" dirty="0"/>
              <a:t>Arrears recovery.</a:t>
            </a:r>
          </a:p>
          <a:p>
            <a:r>
              <a:rPr lang="en-US" sz="2800" dirty="0"/>
              <a:t>Academic Planning as per NEP.</a:t>
            </a:r>
          </a:p>
          <a:p>
            <a:r>
              <a:rPr lang="en-US" sz="2800" dirty="0"/>
              <a:t>Field visits, Career Guidance seminars.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0713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51189" y="2967337"/>
            <a:ext cx="3089627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12827895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54F6613E-5ED7-40ED-90A8-F639BE712C0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1852</TotalTime>
  <Words>492</Words>
  <Application>Microsoft Office PowerPoint</Application>
  <PresentationFormat>Widescreen</PresentationFormat>
  <Paragraphs>143</Paragraphs>
  <Slides>42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3" baseType="lpstr">
      <vt:lpstr>Wisp</vt:lpstr>
      <vt:lpstr>PowerPoint Presentation</vt:lpstr>
      <vt:lpstr>Proposed Budget for the year 2022-23 </vt:lpstr>
      <vt:lpstr>Weekly Test </vt:lpstr>
      <vt:lpstr>       Achievements &amp; Activities in 2021-22</vt:lpstr>
      <vt:lpstr>       Achievements &amp; Activities in 2021-22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Proposed Goals of 2022-23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Priyanka Uday</cp:lastModifiedBy>
  <cp:revision>318</cp:revision>
  <cp:lastPrinted>2022-07-29T15:27:04Z</cp:lastPrinted>
  <dcterms:created xsi:type="dcterms:W3CDTF">2018-09-19T03:23:06Z</dcterms:created>
  <dcterms:modified xsi:type="dcterms:W3CDTF">2026-05-25T07:02:09Z</dcterms:modified>
</cp:coreProperties>
</file>