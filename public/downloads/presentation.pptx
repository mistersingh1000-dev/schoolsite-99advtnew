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rEviETLNWoQ8XEhOttAiUlq60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45D3E1-32D5-44A2-9105-A19B22BB59DD}">
  <a:tblStyle styleId="{A545D3E1-32D5-44A2-9105-A19B22BB59D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7EB"/>
          </a:solidFill>
        </a:fill>
      </a:tcStyle>
    </a:wholeTbl>
    <a:band1H>
      <a:tcTxStyle/>
      <a:tcStyle>
        <a:tcBdr/>
        <a:fill>
          <a:solidFill>
            <a:srgbClr val="CACCD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CD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401BBEE-1BD8-463F-A83E-7BC45783007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 /><Relationship Id="rId3" Type="http://schemas.openxmlformats.org/officeDocument/2006/relationships/notesMaster" Target="notesMasters/notesMaster1.xml" /><Relationship Id="rId21" Type="http://schemas.openxmlformats.org/officeDocument/2006/relationships/tableStyles" Target="tableStyles.xml" /><Relationship Id="rId17" Type="http://customschemas.google.com/relationships/presentationmetadata" Target="metadata" /><Relationship Id="rId2" Type="http://schemas.openxmlformats.org/officeDocument/2006/relationships/slide" Target="slides/slide1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Slide">
  <p:cSld name="One column Text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/>
          <p:nvPr/>
        </p:nvSpPr>
        <p:spPr>
          <a:xfrm>
            <a:off x="0" y="5784715"/>
            <a:ext cx="12192000" cy="1073285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962526" y="61617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11443534" y="6161758"/>
            <a:ext cx="4271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ctr">
              <a:spcBef>
                <a:spcPts val="0"/>
              </a:spcBef>
              <a:buNone/>
              <a:defRPr sz="800">
                <a:solidFill>
                  <a:srgbClr val="D7AE6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29259" y="6082543"/>
            <a:ext cx="255673" cy="51134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4"/>
          <p:cNvSpPr txBox="1">
            <a:spLocks noGrp="1"/>
          </p:cNvSpPr>
          <p:nvPr>
            <p:ph type="body" idx="1"/>
          </p:nvPr>
        </p:nvSpPr>
        <p:spPr>
          <a:xfrm>
            <a:off x="962526" y="408631"/>
            <a:ext cx="8966200" cy="62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D73"/>
              </a:buClr>
              <a:buSzPts val="3500"/>
              <a:buFont typeface="Arial"/>
              <a:buNone/>
              <a:defRPr sz="3500" b="1" i="0">
                <a:solidFill>
                  <a:srgbClr val="002D7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2"/>
          </p:nvPr>
        </p:nvSpPr>
        <p:spPr>
          <a:xfrm>
            <a:off x="962526" y="1109261"/>
            <a:ext cx="8966200" cy="34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D73"/>
              </a:buClr>
              <a:buSzPts val="2000"/>
              <a:buFont typeface="Arial"/>
              <a:buNone/>
              <a:defRPr sz="2000">
                <a:solidFill>
                  <a:srgbClr val="002D7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39" y="520773"/>
            <a:ext cx="869005" cy="71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tmp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>
            <a:spLocks noGrp="1"/>
          </p:cNvSpPr>
          <p:nvPr>
            <p:ph type="ftr" idx="11"/>
          </p:nvPr>
        </p:nvSpPr>
        <p:spPr>
          <a:xfrm>
            <a:off x="962526" y="61617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Tilaknagar Industries | </a:t>
            </a:r>
            <a:r>
              <a:rPr lang="en-US" i="1"/>
              <a:t>Passionate Experts</a:t>
            </a:r>
            <a:endParaRPr/>
          </a:p>
        </p:txBody>
      </p:sp>
      <p:sp>
        <p:nvSpPr>
          <p:cNvPr id="186" name="Google Shape;186;p6"/>
          <p:cNvSpPr txBox="1">
            <a:spLocks noGrp="1"/>
          </p:cNvSpPr>
          <p:nvPr>
            <p:ph type="sldNum" idx="12"/>
          </p:nvPr>
        </p:nvSpPr>
        <p:spPr>
          <a:xfrm>
            <a:off x="11443534" y="6161758"/>
            <a:ext cx="42712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body" idx="1"/>
          </p:nvPr>
        </p:nvSpPr>
        <p:spPr>
          <a:xfrm>
            <a:off x="962526" y="408631"/>
            <a:ext cx="8966200" cy="62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3"/>
              </a:buClr>
              <a:buSzPct val="100000"/>
              <a:buFont typeface="Arial"/>
              <a:buNone/>
            </a:pPr>
            <a:r>
              <a:rPr lang="en-US"/>
              <a:t>DAHANUKAR ENGLISH MEDIUM SCHOOL</a:t>
            </a:r>
            <a:endParaRPr/>
          </a:p>
        </p:txBody>
      </p:sp>
      <p:sp>
        <p:nvSpPr>
          <p:cNvPr id="188" name="Google Shape;188;p6"/>
          <p:cNvSpPr txBox="1">
            <a:spLocks noGrp="1"/>
          </p:cNvSpPr>
          <p:nvPr>
            <p:ph type="body" idx="2"/>
          </p:nvPr>
        </p:nvSpPr>
        <p:spPr>
          <a:xfrm>
            <a:off x="962526" y="929724"/>
            <a:ext cx="8966200" cy="45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D73"/>
              </a:buClr>
              <a:buSzPts val="2000"/>
              <a:buFont typeface="Arial"/>
              <a:buNone/>
            </a:pPr>
            <a:r>
              <a:rPr lang="mr-IN" dirty="0"/>
              <a:t>Education Redefined </a:t>
            </a:r>
            <a:endParaRPr dirty="0"/>
          </a:p>
        </p:txBody>
      </p:sp>
      <p:sp>
        <p:nvSpPr>
          <p:cNvPr id="189" name="Google Shape;189;p6"/>
          <p:cNvSpPr txBox="1"/>
          <p:nvPr/>
        </p:nvSpPr>
        <p:spPr>
          <a:xfrm>
            <a:off x="141766" y="1808969"/>
            <a:ext cx="7513428" cy="400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mr-IN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Daily Assembly with music, Shlokas and Subhashits, Students performances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mr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Saturday quiz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3..</a:t>
            </a:r>
            <a:r>
              <a:rPr lang="mr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 club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mr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Awareness sessions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Robotics</a:t>
            </a:r>
            <a:r>
              <a:rPr lang="mr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Lab set up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mr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Sports , Music, Art ,Craft, Drama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lang="mr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Intervention of Indian Knowledge System Dharma Gurukulam Coimbatore syllabus for middle school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lang="mr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Teachers Trainings for Robotics, Story Telling, Bharatiya Ganita and Vigyan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</a:t>
            </a:r>
            <a:r>
              <a:rPr lang="mr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educational toys and sports gadgets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7647975" y="1126543"/>
            <a:ext cx="4222680" cy="199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6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7655194" y="3231919"/>
            <a:ext cx="4215461" cy="2371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ilakNagar Industries Colour Sc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D73"/>
      </a:accent1>
      <a:accent2>
        <a:srgbClr val="E93C22"/>
      </a:accent2>
      <a:accent3>
        <a:srgbClr val="D6AD65"/>
      </a:accent3>
      <a:accent4>
        <a:srgbClr val="002D73"/>
      </a:accent4>
      <a:accent5>
        <a:srgbClr val="E93C22"/>
      </a:accent5>
      <a:accent6>
        <a:srgbClr val="D6AD6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Sachin Darge</dc:creator>
  <cp:lastModifiedBy>Priyanka Uday</cp:lastModifiedBy>
  <cp:revision>2</cp:revision>
  <dcterms:created xsi:type="dcterms:W3CDTF">2021-08-25T08:17:39Z</dcterms:created>
  <dcterms:modified xsi:type="dcterms:W3CDTF">2026-05-25T07:00:20Z</dcterms:modified>
</cp:coreProperties>
</file>